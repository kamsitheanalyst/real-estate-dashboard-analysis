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43e0c7c7309c7eaf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43e0c7c7309c7eaf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218adcd63ef03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218adcd63ef03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01b1ca43814a12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01b1ca43814a1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701b1ca43814a129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701b1ca43814a129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701b1ca43814a129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701b1ca43814a129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537625" y="232375"/>
            <a:ext cx="6294600" cy="15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Real Estate Sales Performance Report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082375"/>
            <a:ext cx="8520600" cy="27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Executive Summary Dashboard (2024–2026)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Prepared By: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Kamsi Chiadi (Data Analyst)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Tools: SQL Server, Power BI and Power Query</a:t>
            </a:r>
            <a:r>
              <a:rPr lang="en-GB"/>
              <a:t> 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425"/>
            <a:ext cx="2537625" cy="18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0" y="0"/>
            <a:ext cx="8520600" cy="283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9825" y="2834100"/>
            <a:ext cx="8520600" cy="23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</a:rPr>
              <a:t>Total </a:t>
            </a:r>
            <a:r>
              <a:rPr b="1" lang="en-GB">
                <a:solidFill>
                  <a:srgbClr val="000000"/>
                </a:solidFill>
              </a:rPr>
              <a:t>Revenue = 840 Million Naira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</a:rPr>
              <a:t>Total Leads = 379 Total Leads 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</a:rPr>
              <a:t>Pipeline Revenue = 12 million Naira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</a:rPr>
              <a:t>Closed Won Deals = 73 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</a:rPr>
              <a:t>Conversion Rate = 19%</a:t>
            </a:r>
            <a:endParaRPr b="1">
              <a:solidFill>
                <a:srgbClr val="000000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5" y="0"/>
            <a:ext cx="9124351" cy="283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2561100" y="125022"/>
            <a:ext cx="6271200" cy="5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KEY </a:t>
            </a:r>
            <a:r>
              <a:rPr b="1" lang="en-GB"/>
              <a:t>INSIGHTS</a:t>
            </a:r>
            <a:r>
              <a:rPr lang="en-GB"/>
              <a:t> 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711037"/>
            <a:ext cx="8520600" cy="46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00000"/>
                </a:solidFill>
              </a:rPr>
              <a:t>	1.	Lead Source Performance: WhatsApp generated the highest revenue, suggesting strong digital lead acquisition.</a:t>
            </a:r>
            <a:endParaRPr b="1"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00000"/>
                </a:solidFill>
              </a:rPr>
              <a:t>	2.	Sales Conversion: Conversion rate of 19% indicates moderate-to-strong closing efficiency.</a:t>
            </a:r>
            <a:endParaRPr b="1"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00000"/>
                </a:solidFill>
              </a:rPr>
              <a:t>	3.	Agent Performance: Top-performing agents contributed the majority of closed revenue, showing performance imbalance across the team.</a:t>
            </a:r>
            <a:endParaRPr b="1"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00000"/>
                </a:solidFill>
              </a:rPr>
              <a:t>	4.	Pipeline Health: Pipeline revenue shows potential growth, but deal drop-offs at negotiation indicate follow-up gaps.</a:t>
            </a:r>
            <a:endParaRPr b="1"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700">
                <a:solidFill>
                  <a:srgbClr val="000000"/>
                </a:solidFill>
              </a:rPr>
              <a:t>	5.	Payment Risk: Pending payments dominate, indicating possible cash flow delays and customer payment issues.</a:t>
            </a:r>
            <a:endParaRPr b="1" sz="1700">
              <a:solidFill>
                <a:srgbClr val="000000"/>
              </a:solidFill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3051" y="125125"/>
            <a:ext cx="1358874" cy="58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3211825"/>
            <a:ext cx="85206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</a:rPr>
              <a:t>SALES </a:t>
            </a:r>
            <a:r>
              <a:rPr b="1" lang="en-GB">
                <a:solidFill>
                  <a:srgbClr val="000000"/>
                </a:solidFill>
              </a:rPr>
              <a:t>FINDINGS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-GB">
                <a:solidFill>
                  <a:srgbClr val="000000"/>
                </a:solidFill>
              </a:rPr>
              <a:t>Best Performing Lead Sources for 2021-2026: WhatsApp with over 150 million in revenue 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-GB">
                <a:solidFill>
                  <a:srgbClr val="000000"/>
                </a:solidFill>
              </a:rPr>
              <a:t>Best Performing Agents: Musa Bello, Tunde Balogun and Kamsi Chiadi</a:t>
            </a:r>
            <a:endParaRPr b="1">
              <a:solidFill>
                <a:srgbClr val="000000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3925" y="1085836"/>
            <a:ext cx="4008375" cy="2068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25202"/>
            <a:ext cx="4512225" cy="2186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209925"/>
            <a:ext cx="8520600" cy="8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Recommendations for Business Growth</a:t>
            </a:r>
            <a:r>
              <a:rPr lang="en-GB"/>
              <a:t> 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017825"/>
            <a:ext cx="8520600" cy="3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-GB">
                <a:solidFill>
                  <a:srgbClr val="000000"/>
                </a:solidFill>
              </a:rPr>
              <a:t>Scale high-performing channels (WhatsApp &amp; Facebook ) with consistent ad spend and lead nurturing.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-GB">
                <a:solidFill>
                  <a:srgbClr val="000000"/>
                </a:solidFill>
              </a:rPr>
              <a:t>Improve negotiation follow-up process by introducing follow-up SLAs (24-hour response rule).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-GB">
                <a:solidFill>
                  <a:srgbClr val="000000"/>
                </a:solidFill>
              </a:rPr>
              <a:t>Agent coaching and lead assignment optimization: assign high-value leads to top converters.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-GB">
                <a:solidFill>
                  <a:srgbClr val="000000"/>
                </a:solidFill>
              </a:rPr>
              <a:t>Payment process tightening: Introduce automated reminders and structured payment plans to reduce pending payments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-GB">
                <a:solidFill>
                  <a:srgbClr val="000000"/>
                </a:solidFill>
              </a:rPr>
              <a:t>Weekly performance tracking: monitor conversion rate, pipeline value, and lead sources weekly for faster decisions.</a:t>
            </a:r>
            <a:endParaRPr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277100"/>
            <a:ext cx="8143800" cy="455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800">
                <a:solidFill>
                  <a:srgbClr val="000000"/>
                </a:solidFill>
              </a:rPr>
              <a:t>Thank you👋</a:t>
            </a:r>
            <a:endParaRPr b="1" sz="9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